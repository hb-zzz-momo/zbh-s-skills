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今天只讨论一项流程变更：任何正式汇报，在批量构建之前，先交付并通过三页纵向切片。它不是提前美化，而是用三张高风险页面验证整套方向。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切片必须走完一个小型但真实的交付闭环：有契约、有可编辑构建、有 Office 实际渲染、有问题清单、有修复复验。通过才批量构建；不通过时，错误只停留在三页。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这里的 7 与 18 是构造示例，只说明机制，不代表我们的真实效率。关键不是具体节省多少，而是方向错误在三页阶段被发现时，受影响页面更少。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ITORIAL_MASTER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9377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9377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303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发布门禁提案 / 6 页技术汇报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5806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先验证三页，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再复制方向到整套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312724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用最小可验证表达面，提前拦截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叙事、机制与证据风险。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4443984"/>
            <a:ext cx="5010912" cy="566928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4590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请求批准：纳入正式汇报发布门禁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rot="-420000">
            <a:off x="7360920" y="1097280"/>
            <a:ext cx="2944368" cy="3968496"/>
          </a:xfrm>
          <a:prstGeom prst="rect">
            <a:avLst/>
          </a:prstGeom>
          <a:solidFill>
            <a:srgbClr val="F8F2E7"/>
          </a:solidFill>
          <a:ln w="11430">
            <a:solidFill>
              <a:srgbClr val="D7CDBE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 rot="-420000">
            <a:off x="7635240" y="1408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 rot="-420000">
            <a:off x="7671816" y="324612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 rot="-420000">
            <a:off x="7690104" y="376732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主题风险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120000">
            <a:off x="8156448" y="1298448"/>
            <a:ext cx="2944368" cy="3968496"/>
          </a:xfrm>
          <a:prstGeom prst="rect">
            <a:avLst/>
          </a:prstGeom>
          <a:solidFill>
            <a:srgbClr val="FBF8F1"/>
          </a:solidFill>
          <a:ln w="16510">
            <a:solidFill>
              <a:srgbClr val="2E5B4D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 rot="120000">
            <a:off x="8430768" y="1609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 rot="120000">
            <a:off x="8467344" y="344728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 rot="120000">
            <a:off x="8485632" y="396849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逻辑风险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480000">
            <a:off x="8915400" y="1527048"/>
            <a:ext cx="2788920" cy="3840480"/>
          </a:xfrm>
          <a:prstGeom prst="rect">
            <a:avLst/>
          </a:prstGeom>
          <a:solidFill>
            <a:srgbClr val="F8F2E7"/>
          </a:solidFill>
          <a:ln w="11430">
            <a:solidFill>
              <a:srgbClr val="D7CDBE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 rot="480000">
            <a:off x="9189720" y="1837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 rot="480000">
            <a:off x="9226296" y="367588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 rot="480000">
            <a:off x="9244584" y="419709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可信风险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61539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THREE-SLIDE VERTICAL SLICES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 · SRC-002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GATED LOOP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 PASS，才进入全量构建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583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定契约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一页一结论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677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334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334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做三页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6334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 / 机制 / 数据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965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15968" y="2011680"/>
            <a:ext cx="1572768" cy="1664208"/>
          </a:xfrm>
          <a:prstGeom prst="rect">
            <a:avLst/>
          </a:prstGeom>
          <a:solidFill>
            <a:srgbClr val="E8EFEA"/>
          </a:solidFill>
          <a:ln w="16510">
            <a:solidFill>
              <a:srgbClr val="2E5B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622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真渲染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Office → PDF → PNG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253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447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910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查问题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2910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/ 几何 / 视觉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541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9735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198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1198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修复复验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1198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切片与 Montage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93808" y="1737360"/>
            <a:ext cx="1664208" cy="2212848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49840" y="202996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D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SLICE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085832" y="243230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</a:t>
            </a:r>
            <a:endParaRPr lang="en-US" sz="2500" dirty="0"/>
          </a:p>
        </p:txBody>
      </p:sp>
      <p:sp>
        <p:nvSpPr>
          <p:cNvPr id="33" name="Text 31"/>
          <p:cNvSpPr txBox="1"/>
          <p:nvPr/>
        </p:nvSpPr>
        <p:spPr>
          <a:xfrm>
            <a:off x="10104120" y="31089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进入全量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01200" y="2834640"/>
            <a:ext cx="219456" cy="0"/>
          </a:xfrm>
          <a:prstGeom prst="line">
            <a:avLst/>
          </a:prstGeom>
          <a:noFill/>
          <a:ln w="17780">
            <a:solidFill>
              <a:srgbClr val="193C3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735056" y="4187952"/>
            <a:ext cx="0" cy="658368"/>
          </a:xfrm>
          <a:prstGeom prst="line">
            <a:avLst/>
          </a:prstGeom>
          <a:noFill/>
          <a:ln w="17780">
            <a:solidFill>
              <a:srgbClr val="C6463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34640" y="4846320"/>
            <a:ext cx="7900416" cy="0"/>
          </a:xfrm>
          <a:prstGeom prst="line">
            <a:avLst/>
          </a:prstGeom>
          <a:noFill/>
          <a:ln w="17780">
            <a:solidFill>
              <a:srgbClr val="C64631"/>
            </a:solidFill>
            <a:prstDash val="solid"/>
            <a:headEnd type="triangle"/>
          </a:ln>
        </p:spPr>
      </p:sp>
      <p:sp>
        <p:nvSpPr>
          <p:cNvPr id="37" name="Text 35"/>
          <p:cNvSpPr txBox="1"/>
          <p:nvPr/>
        </p:nvSpPr>
        <p:spPr>
          <a:xfrm>
            <a:off x="8046720" y="49560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FAIL：只返工三页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" y="565099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先缩小错误半径，再扩大生产半径。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 rot="-120000">
            <a:off x="9546336" y="5541264"/>
            <a:ext cx="1517904" cy="493776"/>
          </a:xfrm>
          <a:prstGeom prst="rect">
            <a:avLst/>
          </a:prstGeom>
          <a:solidFill>
            <a:srgbClr val="F4EFE5">
              <a:alpha val="0"/>
            </a:srgbClr>
          </a:solidFill>
          <a:ln w="21590">
            <a:solidFill>
              <a:srgbClr val="C6463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 rot="-120000">
            <a:off x="9637776" y="561441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先切片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来源：SRC-002 · SRC-003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ILLUSTRATIVE DATA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方向错误越晚发现，返工面越大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 rot="-120000">
            <a:off x="9948672" y="438912"/>
            <a:ext cx="1508760" cy="475488"/>
          </a:xfrm>
          <a:prstGeom prst="rect">
            <a:avLst/>
          </a:prstGeom>
          <a:solidFill>
            <a:srgbClr val="F4EFE5">
              <a:alpha val="0"/>
            </a:srgbClr>
          </a:solidFill>
          <a:ln w="21590">
            <a:solidFill>
              <a:srgbClr val="C646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120000">
            <a:off x="10040112" y="5120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1612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仅用于说明机制，不代表真实团队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755648"/>
            <a:ext cx="6812280" cy="4023360"/>
          </a:xfrm>
          <a:prstGeom prst="rect">
            <a:avLst/>
          </a:prstGeom>
          <a:solidFill>
            <a:srgbClr val="FBF8F1"/>
          </a:solidFill>
          <a:ln w="8890">
            <a:solidFill>
              <a:srgbClr val="D7CD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返工人时（构造示例）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95728" y="2578608"/>
            <a:ext cx="0" cy="2523744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5102352"/>
            <a:ext cx="438912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95728" y="5102352"/>
            <a:ext cx="0" cy="9144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31136" y="5248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58768" y="5102352"/>
            <a:ext cx="0" cy="9144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94176" y="5248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21808" y="5102352"/>
            <a:ext cx="0" cy="9144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57216" y="5248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5102352"/>
            <a:ext cx="0" cy="9144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0256" y="5248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29809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先做三页切片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95728" y="2907792"/>
            <a:ext cx="1706880" cy="475488"/>
          </a:xfrm>
          <a:prstGeom prst="rect">
            <a:avLst/>
          </a:prstGeom>
          <a:solidFill>
            <a:srgbClr val="2E5B4D"/>
          </a:solidFill>
          <a:ln w="12700">
            <a:solidFill>
              <a:srgbClr val="2E5B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61360" y="29992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人时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4096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直接做完整 6 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95728" y="4023360"/>
            <a:ext cx="4389120" cy="475488"/>
          </a:xfrm>
          <a:prstGeom prst="rect">
            <a:avLst/>
          </a:prstGeom>
          <a:solidFill>
            <a:srgbClr val="C64631"/>
          </a:solidFill>
          <a:ln w="12700">
            <a:solidFill>
              <a:srgbClr val="C6463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0" y="41148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人时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91856" y="1956816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差异来自返工范围，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不是制作速度承诺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8010144" y="31089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449056" y="3218688"/>
            <a:ext cx="36576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24544" y="30175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切片流程：3 页修正 + 复验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010144" y="37856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449056" y="3895344"/>
            <a:ext cx="36576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24544" y="369417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直接全量：6 页返工 + 统一重排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955280" y="4736592"/>
            <a:ext cx="3493008" cy="1005840"/>
          </a:xfrm>
          <a:prstGeom prst="rect">
            <a:avLst/>
          </a:prstGeom>
          <a:solidFill>
            <a:srgbClr val="F8E9E4"/>
          </a:solidFill>
          <a:ln w="10160">
            <a:solidFill>
              <a:srgbClr val="E8B6A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11312" y="4983480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所有数值均为构造示例；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正式门禁不以该比例承诺收益。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来源：SRC-004（示例数据）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为什么正式汇报要先做三页纵向切片</dc:title>
  <dc:subject>发布门禁提案</dc:subject>
  <dc:creator>Codex</dc:creator>
  <cp:lastModifiedBy>Codex</cp:lastModifiedBy>
  <cp:revision>1</cp:revision>
  <dcterms:created xsi:type="dcterms:W3CDTF">2026-07-11T11:45:35Z</dcterms:created>
  <dcterms:modified xsi:type="dcterms:W3CDTF">2026-07-11T11:45:35Z</dcterms:modified>
</cp:coreProperties>
</file>