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阶段完成度</c:v>
                </c:pt>
              </c:strCache>
            </c:strRef>
          </c:tx>
          <c:spPr>
            <a:solidFill>
              <a:srgbClr val="E05A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5A4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6A6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1B2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C7A8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05A4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材料与证据</c:v>
                  </c:pt>
                  <c:pt idx="1">
                    <c:v>叙事契约</c:v>
                  </c:pt>
                  <c:pt idx="2">
                    <c:v>视觉系统</c:v>
                  </c:pt>
                  <c:pt idx="3">
                    <c:v>构建渲染</c:v>
                  </c:pt>
                  <c:pt idx="4">
                    <c:v>修复交付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38</c:v>
                </c:pt>
                <c:pt idx="2">
                  <c:v>55</c:v>
                </c:pt>
                <c:pt idx="3">
                  <c:v>79</c:v>
                </c:pt>
                <c:pt idx="4">
                  <c:v>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单位：%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先给出判断：真正的交付不是文件存在，而是每个结论、对象和视觉结果都可以复验。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左边是已有能力，右边是原来缺失的生产能力。问题不是文案，而是无法证明最终文件可用。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按闭环曲线解释：证据先约束主张，设计约束视觉，构建生成原生对象，复验再把问题送回源文件。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强调这页不是截图：柱形图是 PowerPoint 原生对象，数值来自 CSV，图表规格保存字段、聚合和文件哈希。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逐行说明对象和验收证据。这里把能力描述转换成可被测试读取的 OOXML 部件。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指出示例中的单一主张、焦点和留白；它不是最终模板，只是帮助建立 Taste Gate。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说明阶段状态机如何在没有人工批准时阻止 full-build，而不是依赖执行者记得这个步骤。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四种模式共享证据、叙事和 QA，但构建动作不同。模板编辑必须先分析再映射。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自动检查覆盖越界、溢出、图片、图表和对比度；人工复核覆盖跨页节奏和视觉判断。二者缺一不可。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收束到行动：只有计划、实现、测试和交付证据全部闭环，才允许标记完成。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PORT_MASTER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10160">
            <a:solidFill>
              <a:srgbClr val="D7D9D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258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一份精美 PPT，不该依赖一次生成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68580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汇报级 PPT 是一条可验证的生产链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0" y="141732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D9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0" y="15819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05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326880" y="2194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来源：SRC-PLAN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Plan，交付风险仍然全部留在最后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77240" y="1828800"/>
            <a:ext cx="50749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9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214884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规划端：故事线、页面结构、演讲顺序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63640" y="1828800"/>
            <a:ext cx="5074920" cy="23317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46A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214884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交付端：对象构建、真实渲染、视觉验收、修复证据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508760" y="4892040"/>
            <a:ext cx="9144000" cy="685800"/>
          </a:xfrm>
          <a:prstGeom prst="roundRect">
            <a:avLst/>
          </a:prstGeom>
          <a:solidFill>
            <a:srgbClr val="146A65">
              <a:alpha val="12000"/>
            </a:srgbClr>
          </a:solidFill>
          <a:ln w="12700">
            <a:solidFill>
              <a:srgbClr val="146A6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4892040"/>
            <a:ext cx="91440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6A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大纲和页面清单不能证明文件可用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来源：SRC-PLAN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证据、设计、构建与复验形成同一条闭环</a:t>
            </a:r>
            <a:endParaRPr lang="en-US" sz="2400" dirty="0"/>
          </a:p>
        </p:txBody>
      </p:sp>
      <p:pic>
        <p:nvPicPr>
          <p:cNvPr id="3" name="S03-svg" descr="PPT生产闭环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325880"/>
            <a:ext cx="7315200" cy="4800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49640" y="1828800"/>
            <a:ext cx="278892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6A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四类核心活动通过阶段门禁相互制约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来源：SRC-PLAN · SRC-CODE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真实数据进入原生图表，口径与来源一起交付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49808" y="1417320"/>
          <a:ext cx="7726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8823960" y="1828800"/>
            <a:ext cx="256032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6A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 CSV、聚合口径与原生图表属于同一版本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可编辑对象不是口号，而是可检查的 OOXML 部件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508760"/>
          <a:ext cx="10652760" cy="4297680"/>
        </p:xfrm>
        <a:graphic>
          <a:graphicData uri="http://schemas.openxmlformats.org/drawingml/2006/table">
            <a:tbl>
              <a:tblPr/>
              <a:tblGrid>
                <a:gridCol w="2103120"/>
                <a:gridCol w="3931920"/>
                <a:gridCol w="4572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实现方式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验收证据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PptxGenJS 原生 chart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ppt/charts/chart*.xml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表格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PowerPoint 原生 table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a:tbl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图片 / SVG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独立媒体与矢量对象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ppt/media/*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 / 母版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notes 与 master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notesSlides / slideMasters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来源：SRC-CODE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视觉示例让“好看”变成可观察的层级与节奏</a:t>
            </a:r>
            <a:endParaRPr lang="en-US" sz="2400" dirty="0"/>
          </a:p>
        </p:txBody>
      </p:sp>
      <p:pic>
        <p:nvPicPr>
          <p:cNvPr id="3" name="S06-image" descr="优秀封面视觉参考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325880"/>
            <a:ext cx="7315200" cy="4800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49640" y="1828800"/>
            <a:ext cx="278892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6A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参考图用于提取原则，而不是复制模板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来源：SRC-CODE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先验证封面、最复杂页与数据页，把返工限制在三页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2240280"/>
            <a:ext cx="3340608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46A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2404872"/>
            <a:ext cx="312115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封面：审美方向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072128" y="2948940"/>
            <a:ext cx="292608" cy="914"/>
          </a:xfrm>
          <a:prstGeom prst="line">
            <a:avLst/>
          </a:prstGeom>
          <a:noFill/>
          <a:ln w="17780">
            <a:solidFill>
              <a:srgbClr val="146A6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410456" y="2240280"/>
            <a:ext cx="3340608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6A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20184" y="2404872"/>
            <a:ext cx="312115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机制：复杂布局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96784" y="2948940"/>
            <a:ext cx="292608" cy="914"/>
          </a:xfrm>
          <a:prstGeom prst="line">
            <a:avLst/>
          </a:prstGeom>
          <a:noFill/>
          <a:ln w="17780">
            <a:solidFill>
              <a:srgbClr val="146A6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135112" y="2240280"/>
            <a:ext cx="3340608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46A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44840" y="2404872"/>
            <a:ext cx="312115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数据：口径与图表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4709160"/>
            <a:ext cx="9692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三页代表性切片先通过再批量构建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来源：SRC-PLAN · SRC-CODE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规划、从零、模板和已有文件修改不能混成一个入口动作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5074920" cy="1600200"/>
          </a:xfrm>
          <a:prstGeom prst="roundRect">
            <a:avLst/>
          </a:prstGeom>
          <a:solidFill>
            <a:srgbClr val="FDEDE9"/>
          </a:solidFill>
          <a:ln w="13970">
            <a:solidFill>
              <a:srgbClr val="E05A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8288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仅规划：停在契约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355080" y="1600200"/>
            <a:ext cx="507492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6A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9400" y="18288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从零：原生对象构建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507492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6A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8862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基于模板：先分析再映射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55080" y="3657600"/>
            <a:ext cx="5074920" cy="1600200"/>
          </a:xfrm>
          <a:prstGeom prst="roundRect">
            <a:avLst/>
          </a:prstGeom>
          <a:solidFill>
            <a:srgbClr val="E8F3F1"/>
          </a:solidFill>
          <a:ln w="13970">
            <a:solidFill>
              <a:srgbClr val="146A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38862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修改已有：保守 OOXML 编辑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来源：SRC-PLAN · SRC-CODE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机器检查与人工视觉复核共同决定能否 Ship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2240280"/>
            <a:ext cx="1850746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46A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582266" y="2948940"/>
            <a:ext cx="292608" cy="914"/>
          </a:xfrm>
          <a:prstGeom prst="line">
            <a:avLst/>
          </a:prstGeom>
          <a:noFill/>
          <a:ln w="17780">
            <a:solidFill>
              <a:srgbClr val="146A6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920594" y="2240280"/>
            <a:ext cx="1850746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6A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30322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双渲染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17059" y="2948940"/>
            <a:ext cx="292608" cy="914"/>
          </a:xfrm>
          <a:prstGeom prst="line">
            <a:avLst/>
          </a:prstGeom>
          <a:noFill/>
          <a:ln w="17780">
            <a:solidFill>
              <a:srgbClr val="146A6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55387" y="2240280"/>
            <a:ext cx="1850746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46A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65115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机器检查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51853" y="2948940"/>
            <a:ext cx="292608" cy="914"/>
          </a:xfrm>
          <a:prstGeom prst="line">
            <a:avLst/>
          </a:prstGeom>
          <a:noFill/>
          <a:ln w="17780">
            <a:solidFill>
              <a:srgbClr val="146A6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90181" y="2240280"/>
            <a:ext cx="1850746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6A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9909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286646" y="2948940"/>
            <a:ext cx="292608" cy="914"/>
          </a:xfrm>
          <a:prstGeom prst="line">
            <a:avLst/>
          </a:prstGeom>
          <a:noFill/>
          <a:ln w="17780">
            <a:solidFill>
              <a:srgbClr val="146A6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24974" y="2240280"/>
            <a:ext cx="1850746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46A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34702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修复复验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709160"/>
            <a:ext cx="9692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首次渲染只是 QA 输入，不是完成证据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来源：SRC-PLAN · SRC-CODE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258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从今天起，用可复验链路交付每一份正式 PPT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68580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以覆盖矩阵和 QA 证据作为正式交付标准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0" y="141732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D9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0" y="15819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05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326880" y="2194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来源：SRC-PLAN · SRC-CODE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把 PPT 从一次生成升级为可验证生产系统</dc:title>
  <dc:subject>工程能力汇报</dc:subject>
  <dc:creator>Codex</dc:creator>
  <cp:lastModifiedBy>Codex</cp:lastModifiedBy>
  <cp:revision>1</cp:revision>
  <dcterms:created xsi:type="dcterms:W3CDTF">2026-07-11T11:26:25Z</dcterms:created>
  <dcterms:modified xsi:type="dcterms:W3CDTF">2026-07-11T11:26:25Z</dcterms:modified>
</cp:coreProperties>
</file>