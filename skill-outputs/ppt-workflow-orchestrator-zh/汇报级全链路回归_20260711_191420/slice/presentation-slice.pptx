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阶段完成度</c:v>
                </c:pt>
              </c:strCache>
            </c:strRef>
          </c:tx>
          <c:spPr>
            <a:solidFill>
              <a:srgbClr val="E05A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F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1B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C7A8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A4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材料与证据</c:v>
                  </c:pt>
                  <c:pt idx="1">
                    <c:v>叙事契约</c:v>
                  </c:pt>
                  <c:pt idx="2">
                    <c:v>视觉系统</c:v>
                  </c:pt>
                  <c:pt idx="3">
                    <c:v>构建渲染</c:v>
                  </c:pt>
                  <c:pt idx="4">
                    <c:v>修复交付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38</c:v>
                </c:pt>
                <c:pt idx="2">
                  <c:v>55</c:v>
                </c:pt>
                <c:pt idx="3">
                  <c:v>79</c:v>
                </c:pt>
                <c:pt idx="4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先给出判断：真正的交付不是文件存在，而是每个结论、对象和视觉结果都可以复验。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按闭环曲线解释：证据先约束主张，设计约束视觉，构建生成原生对象，复验再把问题送回源文件。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强调这页不是截图：柱形图是 PowerPoint 原生对象，数值来自 CSV，图表规格保存字段、聚合和文件哈希。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_MASTER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419088"/>
            <a:ext cx="10972800" cy="0"/>
          </a:xfrm>
          <a:prstGeom prst="line">
            <a:avLst/>
          </a:prstGeom>
          <a:noFill/>
          <a:ln w="10160">
            <a:solidFill>
              <a:srgbClr val="D7D9D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5A47"/>
          </a:solidFill>
          <a:ln w="12700">
            <a:solidFill>
              <a:srgbClr val="E05A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一份精美 PPT，不该依赖一次生成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汇报级 PPT 是一条可验证的生产链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4173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0" y="15819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05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326880" y="2194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证据、设计、构建与复验形成同一条闭环</a:t>
            </a:r>
            <a:endParaRPr lang="en-US" sz="2400" dirty="0"/>
          </a:p>
        </p:txBody>
      </p:sp>
      <p:pic>
        <p:nvPicPr>
          <p:cNvPr id="3" name="S03-svg" descr="PPT生产闭环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7315200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9640" y="1828800"/>
            <a:ext cx="278892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四类核心活动通过阶段门禁相互制约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来源：SRC-PLAN · SRC-CODE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真实数据进入原生图表，口径与来源一起交付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49808" y="1417320"/>
          <a:ext cx="7726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823960" y="1828800"/>
            <a:ext cx="25603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CSV、聚合口径与原生图表属于同一版本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E6B7A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PPT 从一次生成升级为可验证生产系统</dc:title>
  <dc:subject>工程能力汇报</dc:subject>
  <dc:creator>Codex</dc:creator>
  <cp:lastModifiedBy>Codex</cp:lastModifiedBy>
  <cp:revision>1</cp:revision>
  <dcterms:created xsi:type="dcterms:W3CDTF">2026-07-11T11:16:59Z</dcterms:created>
  <dcterms:modified xsi:type="dcterms:W3CDTF">2026-07-11T11:16:59Z</dcterms:modified>
</cp:coreProperties>
</file>