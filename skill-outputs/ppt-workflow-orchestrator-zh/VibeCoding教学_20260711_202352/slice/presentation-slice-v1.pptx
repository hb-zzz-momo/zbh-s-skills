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先问学员：你希望 AI 替你写多少代码，还是希望它帮你更快得到可验证结果？本课选择后者。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强调薄切片：不要让 AI 一次生成整个系统。每一轮都要有可以运行、观察和否定的结果。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演示三轮：第一轮锁定范围，第二轮生成薄切片，第三轮根据测试失败修复。不要把失败藏起来。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TCH_MASTER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28816"/>
            <a:ext cx="36576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555D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CODING PLAYBOOK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411480"/>
            <a:ext cx="6629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VIBE CODING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从一句想法到可验证产品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438912" y="24505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AI 加速构建，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用证据守住质量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38912" y="3310128"/>
            <a:ext cx="2514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B8BF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PLAYBOOK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616952" y="1152144"/>
            <a:ext cx="4160520" cy="43708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81544" y="1298448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CODING SESSION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81544" y="16276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goal: filter unfinished tasks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781544" y="19019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src/TodoList.tsx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7781544" y="217627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query: status=open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81544" y="245059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test -- TodoList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781544" y="272491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/ done / empty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781544" y="299923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diff: 18 lines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781544" y="3273552"/>
            <a:ext cx="3831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 for human approval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95744" y="530352"/>
            <a:ext cx="274320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70064" y="530352"/>
            <a:ext cx="0" cy="27432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" y="5916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VIBE / CODE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5879592"/>
            <a:ext cx="4151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B8B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快速反馈，不放弃判断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126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VIBE CODING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 LOOP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912864" y="1051560"/>
            <a:ext cx="4279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每次只推进一个可观察切片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8912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Done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77440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752344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16936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916936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给上下文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916936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 + 约束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65776" y="2103120"/>
            <a:ext cx="1901952" cy="140817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AB1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一个薄切片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04304" y="2798064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79208" y="2414016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25694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2889504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3355848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 + 测试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317736" y="3108960"/>
            <a:ext cx="283464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2103120"/>
            <a:ext cx="1901952" cy="1408176"/>
          </a:xfrm>
          <a:prstGeom prst="rect">
            <a:avLst/>
          </a:prstGeom>
          <a:solidFill>
            <a:srgbClr val="F5F3EF"/>
          </a:solidFill>
          <a:ln w="12700">
            <a:solidFill>
              <a:srgbClr val="F5F3E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57232" y="22585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55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857232" y="2578608"/>
            <a:ext cx="1536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0A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857232" y="3044952"/>
            <a:ext cx="1536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555D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回源再复验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" y="4297680"/>
            <a:ext cx="3493008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3504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603504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 / Context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Constraints / Done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03504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behavior only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352544" y="4297680"/>
            <a:ext cx="3493008" cy="144475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17136" y="4443984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4517136" y="477316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test -- TodoList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504748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✓ done ✓ empty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5321808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capture evidence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66176" y="4297680"/>
            <a:ext cx="3474720" cy="144475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430768" y="4443984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77316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 → source file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8430768" y="504748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small diff → rerun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5321808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 only with proof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来源：SRC-GH-BEST · SRC-ANTHROPIC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5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893808" y="201168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10332720" y="2011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32004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VAGUE IDEA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WORKING SLICE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7662672" y="108813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逐轮收窄，不赌一句万能提示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912" y="1920240"/>
            <a:ext cx="3520440" cy="34564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066544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PROMPT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03504" y="239572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unfinished filter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67004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TodoList.tsx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4436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Constraint: no DB change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21868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Done: tests + screenshot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3493008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 locked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34256" y="2267712"/>
            <a:ext cx="3520440" cy="3456432"/>
          </a:xfrm>
          <a:prstGeom prst="rect">
            <a:avLst/>
          </a:prstGeom>
          <a:solidFill>
            <a:srgbClr val="F5F3EF"/>
          </a:solidFill>
          <a:ln w="8890">
            <a:solidFill>
              <a:srgbClr val="D8D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2414016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073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BUILD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74320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 TodoList.tsx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301752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status query parameter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329184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empty-state branch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56616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90A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lines changed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840480"/>
            <a:ext cx="3191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55D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local preview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229600" y="2615184"/>
            <a:ext cx="3511296" cy="3456432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94192" y="2761488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10" kern="0" dirty="0">
                <a:solidFill>
                  <a:srgbClr val="BF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VERIFY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394192" y="309067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open tasks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94192" y="336499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completed tasks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363931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✕ empty state spacing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91363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→ rerun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8394192" y="4187952"/>
            <a:ext cx="3182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EA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3/3 +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995928" y="3584448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3931920"/>
            <a:ext cx="246888" cy="0"/>
          </a:xfrm>
          <a:prstGeom prst="line">
            <a:avLst/>
          </a:prstGeom>
          <a:noFill/>
          <a:ln w="1397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47472" y="6528816"/>
            <a:ext cx="11475720" cy="0"/>
          </a:xfrm>
          <a:prstGeom prst="line">
            <a:avLst/>
          </a:prstGeom>
          <a:noFill/>
          <a:ln w="7620">
            <a:solidFill>
              <a:srgbClr val="36363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47472" y="6583680"/>
            <a:ext cx="8046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8CD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来源：SRC-GH-PROMPT · SRC-LOCAL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 Coding：从一句想法到可验证产品</dc:title>
  <dc:subject>Vibe Coding 教学</dc:subject>
  <dc:creator>Codex</dc:creator>
  <cp:lastModifiedBy>Codex</cp:lastModifiedBy>
  <cp:revision>1</cp:revision>
  <dcterms:created xsi:type="dcterms:W3CDTF">2026-07-11T12:39:32Z</dcterms:created>
  <dcterms:modified xsi:type="dcterms:W3CDTF">2026-07-11T12:39:32Z</dcterms:modified>
</cp:coreProperties>
</file>