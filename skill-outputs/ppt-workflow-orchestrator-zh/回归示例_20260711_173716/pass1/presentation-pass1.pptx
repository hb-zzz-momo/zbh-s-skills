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先区分规划与交付。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强调交付证据。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阶段不等于同时加载全部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是增强。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是权威输入。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可执行令牌。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只返工三页。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本地可核对。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自动和人工互补。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PPT 大纲到可验证交付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 PPT 是可验证的生产闭环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Plan，无法证明 PPTX 可交付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缺：构建、真实渲染、视觉验收、修复记录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写完页面清单不等于文件可用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十个阶段把零散材料、事实证据、叙事逻辑、视觉设计、原生构建、真实渲染、问题修复和最终交付完整串成一条可复验的演示生产链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材料与证据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叙事契约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构建渲染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修复交付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每个阶段都有输入、产出和 Gate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四类操作路径不能共用同一套底层逻辑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从零创建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修改已有；E 数据增强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Contract 把主张、证据与验收绑定到每一页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purpose / takeaway / claim / evidence_refs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/ text_budget / source_footer / qa_checks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构建器接收结构化约束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PRESENTATION_DESIGN.md 让视觉方向可执行、可复查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五个量化方向变量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颜色、字体、网格、组件与反模式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风格词必须转成令牌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三页纵向切片把方向错误限制在最小返工面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最复杂机制页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数据或总结页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先验证代表页，再批量构建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个总控串联 6 个阶段专业 Skill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总控入口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1772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0060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阶段专业 Skill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8288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993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9536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每阶段最多辅助 Skill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职责拆开并动态路由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至少一轮修复复验，才形成可交付证据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找问题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输入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交付的不只是一份 PPTX，而是一条可重现链路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交付同一版本的完整链路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PPT 大纲到可验证交付</dc:title>
  <dc:subject>技术方案</dc:subject>
  <dc:creator>Codex</dc:creator>
  <cp:lastModifiedBy>Codex</cp:lastModifiedBy>
  <cp:revision>1</cp:revision>
  <dcterms:created xsi:type="dcterms:W3CDTF">2026-07-11T09:44:56Z</dcterms:created>
  <dcterms:modified xsi:type="dcterms:W3CDTF">2026-07-11T09:44:56Z</dcterms:modified>
</cp:coreProperties>
</file>